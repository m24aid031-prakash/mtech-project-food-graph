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9" d="100"/>
          <a:sy n="59" d="100"/>
        </p:scale>
        <p:origin x="109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025" y="1828800"/>
            <a:ext cx="880395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5722"/>
                </a:solidFill>
              </a:defRPr>
            </a:pPr>
            <a:r>
              <a:rPr dirty="0"/>
              <a:t>🍔 Food-Graph</a:t>
            </a:r>
            <a:r>
              <a:rPr lang="en-US" dirty="0"/>
              <a:t> (</a:t>
            </a:r>
            <a:r>
              <a:rPr lang="en-US" dirty="0" err="1"/>
              <a:t>GNN</a:t>
            </a:r>
            <a:r>
              <a:rPr lang="en-US" dirty="0"/>
              <a:t>)</a:t>
            </a:r>
            <a:r>
              <a:rPr dirty="0"/>
              <a:t>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24242"/>
                </a:solidFill>
              </a:defRPr>
            </a:pPr>
            <a:r>
              <a:t>Graph-Based Burger Calorie Analysis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6793" y="5029200"/>
            <a:ext cx="34104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/>
            </a:pPr>
            <a:r>
              <a:rPr dirty="0"/>
              <a:t>Graph</a:t>
            </a:r>
            <a:r>
              <a:rPr lang="en-US" dirty="0"/>
              <a:t> Neural Network</a:t>
            </a:r>
            <a:r>
              <a:rPr dirty="0"/>
              <a:t>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nutrition analysis system that uses graph data structures to:</a:t>
            </a:r>
          </a:p>
          <a:p>
            <a:pPr lvl="1">
              <a:defRPr sz="2000"/>
            </a:pPr>
            <a:r>
              <a:rPr dirty="0"/>
              <a:t>Model relationships between burgers and ingredients</a:t>
            </a:r>
          </a:p>
          <a:p>
            <a:pPr lvl="1">
              <a:defRPr sz="2000"/>
            </a:pPr>
            <a:r>
              <a:rPr dirty="0"/>
              <a:t>Calculate total calories through graph traversal</a:t>
            </a:r>
          </a:p>
          <a:p>
            <a:pPr lvl="1">
              <a:defRPr sz="2000"/>
            </a:pPr>
            <a:r>
              <a:rPr dirty="0"/>
              <a:t>Enable complex queries on nutritional data</a:t>
            </a:r>
          </a:p>
          <a:p>
            <a:pPr lvl="1">
              <a:defRPr sz="2000"/>
            </a:pPr>
            <a:r>
              <a:rPr dirty="0"/>
              <a:t>Visualize calorie flow and ingredient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rPr dirty="0"/>
              <a:t>8 Different Burger Types</a:t>
            </a:r>
          </a:p>
          <a:p>
            <a:pPr lvl="1">
              <a:defRPr sz="1800"/>
            </a:pPr>
            <a:r>
              <a:rPr dirty="0"/>
              <a:t>With unique ingredient combinations</a:t>
            </a:r>
          </a:p>
          <a:p>
            <a:pPr>
              <a:defRPr sz="2200" b="1"/>
            </a:pPr>
            <a:r>
              <a:rPr dirty="0"/>
              <a:t>30+ Ingredients</a:t>
            </a:r>
          </a:p>
          <a:p>
            <a:pPr lvl="1">
              <a:defRPr sz="1800"/>
            </a:pPr>
            <a:r>
              <a:rPr dirty="0"/>
              <a:t>Categorized by type (buns, proteins, cheese, etc.)</a:t>
            </a:r>
          </a:p>
          <a:p>
            <a:pPr>
              <a:defRPr sz="2200" b="1"/>
            </a:pPr>
            <a:r>
              <a:rPr dirty="0"/>
              <a:t>Graph-Based Architecture</a:t>
            </a:r>
          </a:p>
          <a:p>
            <a:pPr lvl="1">
              <a:defRPr sz="1800"/>
            </a:pPr>
            <a:r>
              <a:rPr dirty="0"/>
              <a:t>Using </a:t>
            </a:r>
            <a:r>
              <a:rPr dirty="0" err="1"/>
              <a:t>NetworkX</a:t>
            </a:r>
            <a:r>
              <a:rPr dirty="0"/>
              <a:t> for relationship modeling</a:t>
            </a:r>
          </a:p>
          <a:p>
            <a:pPr>
              <a:defRPr sz="2200" b="1"/>
            </a:pPr>
            <a:r>
              <a:rPr dirty="0"/>
              <a:t>Advanced Queries</a:t>
            </a:r>
          </a:p>
          <a:p>
            <a:pPr lvl="1">
              <a:defRPr sz="1800"/>
            </a:pPr>
            <a:r>
              <a:rPr dirty="0"/>
              <a:t>Find burgers by calorie range, ingredients, etc.</a:t>
            </a:r>
          </a:p>
          <a:p>
            <a:pPr>
              <a:defRPr sz="2200" b="1"/>
            </a:pPr>
            <a:r>
              <a:rPr dirty="0"/>
              <a:t>Visual Representations</a:t>
            </a:r>
          </a:p>
          <a:p>
            <a:pPr lvl="1">
              <a:defRPr sz="1800"/>
            </a:pPr>
            <a:r>
              <a:rPr dirty="0"/>
              <a:t>Multiple chart types and flow diagrams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urger_graph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446" y="3548743"/>
            <a:ext cx="4582554" cy="3657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Graph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Directed Graph Implementation:</a:t>
            </a:r>
          </a:p>
          <a:p>
            <a:pPr lvl="1">
              <a:defRPr sz="2000"/>
            </a:pPr>
            <a:r>
              <a:rPr dirty="0"/>
              <a:t>Nodes: Burgers and Ingredients (35 total)</a:t>
            </a:r>
          </a:p>
          <a:p>
            <a:pPr lvl="1">
              <a:defRPr sz="2000"/>
            </a:pPr>
            <a:r>
              <a:rPr dirty="0"/>
              <a:t>Edges: Burger → Ingredient relationships (59 connections)</a:t>
            </a:r>
          </a:p>
          <a:p>
            <a:pPr lvl="1">
              <a:defRPr sz="2000"/>
            </a:pPr>
            <a:r>
              <a:rPr dirty="0"/>
              <a:t>Edge Weights: Calorie contribution values</a:t>
            </a:r>
          </a:p>
          <a:p>
            <a:pPr lvl="1">
              <a:defRPr sz="2000"/>
            </a:pPr>
            <a:r>
              <a:rPr dirty="0"/>
              <a:t>Graph Statistics: 8 burgers, 27 unique ingredients</a:t>
            </a:r>
          </a:p>
          <a:p>
            <a:pPr lvl="1">
              <a:defRPr sz="2000"/>
            </a:pPr>
            <a:r>
              <a:rPr dirty="0"/>
              <a:t>Average: </a:t>
            </a:r>
            <a:r>
              <a:rPr lang="en-US" dirty="0"/>
              <a:t>8</a:t>
            </a:r>
            <a:r>
              <a:rPr dirty="0"/>
              <a:t> ingredients per burger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Burger Types Ranked by Calories</a:t>
            </a:r>
          </a:p>
        </p:txBody>
      </p:sp>
      <p:pic>
        <p:nvPicPr>
          <p:cNvPr id="3" name="Picture 2" descr="all_burger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756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Calorie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Lowest Calorie: Veggie Delight Burger - 390 cal</a:t>
            </a:r>
          </a:p>
          <a:p>
            <a:pPr>
              <a:defRPr sz="2200"/>
            </a:pPr>
            <a:r>
              <a:t>Highest Calorie: Double Deluxe Burger - 950 cal</a:t>
            </a:r>
          </a:p>
          <a:p>
            <a:pPr>
              <a:defRPr sz="2200"/>
            </a:pPr>
            <a:r>
              <a:t>Average Calories: 624 cal</a:t>
            </a:r>
          </a:p>
          <a:p>
            <a:pPr>
              <a:defRPr sz="2200"/>
            </a:pPr>
            <a:r>
              <a:t>Calorie Range: 560 cal difference</a:t>
            </a:r>
          </a:p>
        </p:txBody>
      </p:sp>
      <p:pic>
        <p:nvPicPr>
          <p:cNvPr id="4" name="Picture 3" descr="calori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3" y="3200400"/>
            <a:ext cx="734738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Calorie Flow Visualization</a:t>
            </a:r>
          </a:p>
        </p:txBody>
      </p:sp>
      <p:pic>
        <p:nvPicPr>
          <p:cNvPr id="3" name="Picture 2" descr="double_deluxe_calori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8613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Classic Burger - Layer Breakdown</a:t>
            </a:r>
          </a:p>
        </p:txBody>
      </p:sp>
      <p:pic>
        <p:nvPicPr>
          <p:cNvPr id="3" name="Picture 2" descr="classic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14451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Technologies Used:</a:t>
            </a:r>
          </a:p>
          <a:p>
            <a:pPr lvl="1">
              <a:defRPr sz="2000"/>
            </a:pPr>
            <a:r>
              <a:rPr dirty="0"/>
              <a:t>Python 3.12 - Core programming language</a:t>
            </a:r>
          </a:p>
          <a:p>
            <a:pPr lvl="1">
              <a:defRPr sz="2000"/>
            </a:pPr>
            <a:r>
              <a:rPr dirty="0" err="1"/>
              <a:t>NetworkX</a:t>
            </a:r>
            <a:r>
              <a:rPr dirty="0"/>
              <a:t> - Graph data structure library</a:t>
            </a:r>
          </a:p>
          <a:p>
            <a:pPr lvl="1">
              <a:defRPr sz="2000"/>
            </a:pPr>
            <a:r>
              <a:rPr dirty="0"/>
              <a:t>Matplotlib - Data visualization framework</a:t>
            </a:r>
          </a:p>
          <a:p>
            <a:pPr lvl="1">
              <a:defRPr sz="2000"/>
            </a:pPr>
            <a:r>
              <a:rPr dirty="0"/>
              <a:t>Object-Oriented Design - Clean class hierarchies</a:t>
            </a:r>
          </a:p>
          <a:p>
            <a:pPr lvl="1">
              <a:defRPr sz="2000"/>
            </a:pPr>
            <a:r>
              <a:rPr dirty="0"/>
              <a:t>Modular Architecture - Separated concerns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Graph Operations &amp;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Supported Operations:</a:t>
            </a:r>
          </a:p>
          <a:p>
            <a:pPr lvl="1">
              <a:defRPr sz="2000"/>
            </a:pPr>
            <a:r>
              <a:t>Calculate total calories by graph traversal</a:t>
            </a:r>
          </a:p>
          <a:p>
            <a:pPr lvl="1">
              <a:defRPr sz="2000"/>
            </a:pPr>
            <a:r>
              <a:t>Find burgers containing specific ingredients</a:t>
            </a:r>
          </a:p>
          <a:p>
            <a:pPr lvl="1">
              <a:defRPr sz="2000"/>
            </a:pPr>
            <a:r>
              <a:t>Query burgers within calorie ranges</a:t>
            </a:r>
          </a:p>
          <a:p>
            <a:pPr lvl="1">
              <a:defRPr sz="2000"/>
            </a:pPr>
            <a:r>
              <a:t>Compare two burgers (ingredients &amp; calories)</a:t>
            </a:r>
          </a:p>
          <a:p>
            <a:pPr lvl="1">
              <a:defRPr sz="2000"/>
            </a:pPr>
            <a:r>
              <a:t>Get graph statistics and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Key Concepts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Graph Data Structures</a:t>
            </a:r>
          </a:p>
          <a:p>
            <a:pPr lvl="1">
              <a:defRPr sz="1800"/>
            </a:pPr>
            <a:r>
              <a:t>Modeling complex relationships</a:t>
            </a:r>
          </a:p>
          <a:p>
            <a:pPr>
              <a:defRPr sz="2200" b="1"/>
            </a:pPr>
            <a:r>
              <a:t>Object-Oriented Design</a:t>
            </a:r>
          </a:p>
          <a:p>
            <a:pPr lvl="1">
              <a:defRPr sz="1800"/>
            </a:pPr>
            <a:r>
              <a:t>Clean class hierarchies</a:t>
            </a:r>
          </a:p>
          <a:p>
            <a:pPr>
              <a:defRPr sz="2200" b="1"/>
            </a:pPr>
            <a:r>
              <a:t>Data Aggregation</a:t>
            </a:r>
          </a:p>
          <a:p>
            <a:pPr lvl="1">
              <a:defRPr sz="1800"/>
            </a:pPr>
            <a:r>
              <a:t>Calculating totals via traversal</a:t>
            </a:r>
          </a:p>
          <a:p>
            <a:pPr>
              <a:defRPr sz="2200" b="1"/>
            </a:pPr>
            <a:r>
              <a:t>Data Visualization</a:t>
            </a:r>
          </a:p>
          <a:p>
            <a:pPr lvl="1">
              <a:defRPr sz="1800"/>
            </a:pPr>
            <a:r>
              <a:t>Multiple chart types</a:t>
            </a:r>
          </a:p>
          <a:p>
            <a:pPr>
              <a:defRPr sz="2200" b="1"/>
            </a:pPr>
            <a:r>
              <a:t>Nutritional Analysis</a:t>
            </a:r>
          </a:p>
          <a:p>
            <a:pPr lvl="1">
              <a:defRPr sz="1800"/>
            </a:pPr>
            <a:r>
              <a:t>Comparing food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5722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Extensions:</a:t>
            </a:r>
          </a:p>
          <a:p>
            <a:pPr lvl="1">
              <a:defRPr sz="1800"/>
            </a:pPr>
            <a:r>
              <a:t>Add more nutritional data (protein, fat, carbs, sodium)</a:t>
            </a:r>
          </a:p>
          <a:p>
            <a:pPr lvl="1">
              <a:defRPr sz="1800"/>
            </a:pPr>
            <a:r>
              <a:t>Implement dietary restriction filters (vegan, gluten-free)</a:t>
            </a:r>
          </a:p>
          <a:p>
            <a:pPr lvl="1">
              <a:defRPr sz="1800"/>
            </a:pPr>
            <a:r>
              <a:t>Create interactive web interface</a:t>
            </a:r>
          </a:p>
          <a:p>
            <a:pPr lvl="1">
              <a:defRPr sz="1800"/>
            </a:pPr>
            <a:r>
              <a:t>Add recommendation system based on preferences</a:t>
            </a:r>
          </a:p>
          <a:p>
            <a:pPr lvl="1">
              <a:defRPr sz="1800"/>
            </a:pPr>
            <a:r>
              <a:t>Include pricing and cost optimization</a:t>
            </a:r>
          </a:p>
          <a:p>
            <a:pPr lvl="1">
              <a:defRPr sz="1800"/>
            </a:pPr>
            <a:r>
              <a:t>Expand to other food categories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572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t>• Successfully demonstrated practical application of graph data structures</a:t>
            </a:r>
          </a:p>
          <a:p>
            <a:pPr algn="l">
              <a:defRPr sz="2000"/>
            </a:pPr>
            <a:r>
              <a:t>• Created comprehensive visualization and analysis system</a:t>
            </a:r>
          </a:p>
          <a:p>
            <a:pPr algn="l">
              <a:defRPr sz="2000"/>
            </a:pPr>
            <a:r>
              <a:t>• Showcased object-oriented design and modular architecture</a:t>
            </a:r>
          </a:p>
          <a:p>
            <a:pPr algn="l">
              <a:defRPr sz="2000"/>
            </a:pPr>
            <a:r>
              <a:t>• Built scalable solution for nutritional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5722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379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Project Overview</vt:lpstr>
      <vt:lpstr>Key Features</vt:lpstr>
      <vt:lpstr>Graph Data Structure</vt:lpstr>
      <vt:lpstr>Burger Types Ranked by Calories</vt:lpstr>
      <vt:lpstr>Calorie Analysis Results</vt:lpstr>
      <vt:lpstr>Calorie Flow Visualization</vt:lpstr>
      <vt:lpstr>Classic Burger - Layer Breakdown</vt:lpstr>
      <vt:lpstr>Technical Implementation</vt:lpstr>
      <vt:lpstr>Graph Operations &amp; Queries</vt:lpstr>
      <vt:lpstr>Key Concepts Demonstrated</vt:lpstr>
      <vt:lpstr>Future Enhancements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VND Rayipalli, Prakash</cp:lastModifiedBy>
  <cp:revision>4</cp:revision>
  <dcterms:created xsi:type="dcterms:W3CDTF">2013-01-27T09:14:16Z</dcterms:created>
  <dcterms:modified xsi:type="dcterms:W3CDTF">2026-01-30T06:15:32Z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2026-01-30T06:05:24Z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9dafce6a-d562-4a78-8873-faa681247212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